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1464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4197" y="664028"/>
            <a:ext cx="7543800" cy="2152650"/>
          </a:xfrm>
        </p:spPr>
        <p:txBody>
          <a:bodyPr/>
          <a:lstStyle/>
          <a:p>
            <a:r>
              <a:rPr dirty="0"/>
              <a:t>Overview of Tools and Troubleshooting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48840" y="3465298"/>
            <a:ext cx="6172200" cy="68580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Seminar Presentation</a:t>
            </a:r>
          </a:p>
          <a:p>
            <a:r>
              <a:rPr dirty="0" err="1"/>
              <a:t>Athul</a:t>
            </a:r>
            <a:r>
              <a:rPr dirty="0"/>
              <a:t>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problems are common</a:t>
            </a:r>
          </a:p>
          <a:p>
            <a:r>
              <a:t>Tools help identify issues</a:t>
            </a:r>
          </a:p>
          <a:p>
            <a:r>
              <a:t>Troubleshooting fixes problems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919" y="228601"/>
            <a:ext cx="7543800" cy="9144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and fixing problems</a:t>
            </a:r>
          </a:p>
          <a:p>
            <a:r>
              <a:t>Ensures smooth communication</a:t>
            </a:r>
          </a:p>
          <a:p>
            <a:r>
              <a:t>Improves performance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76" y="361950"/>
            <a:ext cx="7543800" cy="914400"/>
          </a:xfrm>
        </p:spPr>
        <p:txBody>
          <a:bodyPr/>
          <a:lstStyle/>
          <a:p>
            <a:r>
              <a:rPr dirty="0"/>
              <a:t>What is Troubleshooting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downtime</a:t>
            </a:r>
          </a:p>
          <a:p>
            <a:r>
              <a:t>Improve speed</a:t>
            </a:r>
          </a:p>
          <a:p>
            <a:r>
              <a:t>Ensure security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147" y="737508"/>
            <a:ext cx="7543800" cy="914400"/>
          </a:xfrm>
        </p:spPr>
        <p:txBody>
          <a:bodyPr/>
          <a:lstStyle/>
          <a:p>
            <a:r>
              <a:rPr dirty="0"/>
              <a:t>Need for Troubleshooting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368" y="917121"/>
            <a:ext cx="7543800" cy="914400"/>
          </a:xfrm>
        </p:spPr>
        <p:txBody>
          <a:bodyPr/>
          <a:lstStyle/>
          <a:p>
            <a:r>
              <a:rPr dirty="0"/>
              <a:t>Types of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Command-line</a:t>
            </a:r>
            <a:r>
              <a:rPr lang="en-US" dirty="0" smtClean="0"/>
              <a:t>-</a:t>
            </a:r>
            <a:endParaRPr dirty="0"/>
          </a:p>
          <a:p>
            <a:r>
              <a:rPr dirty="0"/>
              <a:t>Ping, </a:t>
            </a:r>
            <a:r>
              <a:rPr dirty="0" err="1"/>
              <a:t>Traceroute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228600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Monitoring</a:t>
            </a:r>
            <a:r>
              <a:rPr lang="en-US" dirty="0" smtClean="0"/>
              <a:t>-</a:t>
            </a:r>
            <a:endParaRPr dirty="0"/>
          </a:p>
          <a:p>
            <a:r>
              <a:rPr dirty="0" err="1"/>
              <a:t>Netstat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0" y="1828800"/>
            <a:ext cx="228600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Analyzer</a:t>
            </a:r>
            <a:r>
              <a:rPr lang="en-US" dirty="0" smtClean="0"/>
              <a:t>-</a:t>
            </a:r>
            <a:endParaRPr dirty="0" smtClean="0"/>
          </a:p>
          <a:p>
            <a:r>
              <a:rPr dirty="0" err="1" smtClean="0"/>
              <a:t>Wireshark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Ping, Traceroute</a:t>
            </a:r>
          </a:p>
          <a:p>
            <a:r>
              <a:t>IPConfig, Netstat</a:t>
            </a:r>
          </a:p>
          <a:p>
            <a:r>
              <a:t>Nslookup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248" y="228601"/>
            <a:ext cx="7543800" cy="914400"/>
          </a:xfrm>
        </p:spPr>
        <p:txBody>
          <a:bodyPr/>
          <a:lstStyle/>
          <a:p>
            <a:r>
              <a:rPr dirty="0"/>
              <a:t>Basic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connectivity</a:t>
            </a:r>
          </a:p>
          <a:p>
            <a:r>
              <a:t>Measures response time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904" y="228601"/>
            <a:ext cx="7543800" cy="914400"/>
          </a:xfrm>
        </p:spPr>
        <p:txBody>
          <a:bodyPr/>
          <a:lstStyle/>
          <a:p>
            <a:r>
              <a:rPr dirty="0"/>
              <a:t>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packet path</a:t>
            </a:r>
          </a:p>
          <a:p>
            <a:r>
              <a:t>Finds delay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90" y="321129"/>
            <a:ext cx="7543800" cy="914400"/>
          </a:xfrm>
        </p:spPr>
        <p:txBody>
          <a:bodyPr/>
          <a:lstStyle/>
          <a:p>
            <a:r>
              <a:rPr dirty="0" err="1"/>
              <a:t>Traceroute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IP details</a:t>
            </a:r>
          </a:p>
          <a:p>
            <a:r>
              <a:t>Used for debugging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54" y="92529"/>
            <a:ext cx="7543800" cy="914400"/>
          </a:xfrm>
        </p:spPr>
        <p:txBody>
          <a:bodyPr/>
          <a:lstStyle/>
          <a:p>
            <a:r>
              <a:rPr dirty="0" err="1"/>
              <a:t>IPConfig</a:t>
            </a:r>
            <a:r>
              <a:rPr dirty="0"/>
              <a:t> / </a:t>
            </a:r>
            <a:r>
              <a:rPr dirty="0" err="1"/>
              <a:t>IFConfig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connections</a:t>
            </a:r>
          </a:p>
          <a:p>
            <a:r>
              <a:t>Displays ports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161" y="117022"/>
            <a:ext cx="7543800" cy="914400"/>
          </a:xfrm>
        </p:spPr>
        <p:txBody>
          <a:bodyPr/>
          <a:lstStyle/>
          <a:p>
            <a:r>
              <a:rPr dirty="0" err="1"/>
              <a:t>Netstat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DNS</a:t>
            </a:r>
          </a:p>
          <a:p>
            <a:r>
              <a:t>Domain to IP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547" y="353786"/>
            <a:ext cx="7543800" cy="914400"/>
          </a:xfrm>
        </p:spPr>
        <p:txBody>
          <a:bodyPr/>
          <a:lstStyle/>
          <a:p>
            <a:r>
              <a:rPr dirty="0" err="1"/>
              <a:t>Nslookup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Captures packets</a:t>
            </a:r>
          </a:p>
          <a:p>
            <a:r>
              <a:t>Analyzes traffic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819" y="819150"/>
            <a:ext cx="7543800" cy="914400"/>
          </a:xfrm>
        </p:spPr>
        <p:txBody>
          <a:bodyPr/>
          <a:lstStyle/>
          <a:p>
            <a:r>
              <a:rPr dirty="0"/>
              <a:t>Network Analyzer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tool</a:t>
            </a:r>
          </a:p>
          <a:p>
            <a:r>
              <a:t>Captures live packets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505" y="685801"/>
            <a:ext cx="7543800" cy="914400"/>
          </a:xfrm>
        </p:spPr>
        <p:txBody>
          <a:bodyPr/>
          <a:lstStyle/>
          <a:p>
            <a:r>
              <a:rPr dirty="0" err="1"/>
              <a:t>Wireshark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Captures all packets</a:t>
            </a:r>
          </a:p>
          <a:p>
            <a:r>
              <a:t>Works in promiscuous mode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298" y="525236"/>
            <a:ext cx="7543800" cy="914400"/>
          </a:xfrm>
        </p:spPr>
        <p:txBody>
          <a:bodyPr/>
          <a:lstStyle/>
          <a:p>
            <a:r>
              <a:rPr dirty="0"/>
              <a:t>Sniffer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of data capture</a:t>
            </a:r>
          </a:p>
          <a:p>
            <a:r>
              <a:t>Use encryption &amp; VPN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012" y="685801"/>
            <a:ext cx="7543800" cy="914400"/>
          </a:xfrm>
        </p:spPr>
        <p:txBody>
          <a:bodyPr/>
          <a:lstStyle/>
          <a:p>
            <a:r>
              <a:rPr dirty="0"/>
              <a:t>Security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Manages hardware &amp; software</a:t>
            </a:r>
          </a:p>
          <a:p>
            <a:r>
              <a:t>Tracks changes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861" y="971551"/>
            <a:ext cx="7543800" cy="914400"/>
          </a:xfrm>
        </p:spPr>
        <p:txBody>
          <a:bodyPr/>
          <a:lstStyle/>
          <a:p>
            <a:r>
              <a:rPr dirty="0"/>
              <a:t>Configuration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solve problems</a:t>
            </a:r>
          </a:p>
          <a:p>
            <a:r>
              <a:t>Improve performance</a:t>
            </a:r>
          </a:p>
          <a:p>
            <a:r>
              <a:t>Ensure security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" y="484415"/>
            <a:ext cx="7543800" cy="9144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31</TotalTime>
  <Words>142</Words>
  <Application>Microsoft Office PowerPoint</Application>
  <PresentationFormat>On-screen Show (4:3)</PresentationFormat>
  <Paragraphs>60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Elemental</vt:lpstr>
      <vt:lpstr>Overview of Tools and Troubleshooting</vt:lpstr>
      <vt:lpstr>Introduction</vt:lpstr>
      <vt:lpstr>What is Troubleshooting</vt:lpstr>
      <vt:lpstr>Need for Troubleshooting</vt:lpstr>
      <vt:lpstr>Types of Tools</vt:lpstr>
      <vt:lpstr>Basic Tools</vt:lpstr>
      <vt:lpstr>Ping</vt:lpstr>
      <vt:lpstr>Traceroute</vt:lpstr>
      <vt:lpstr>IPConfig / IFConfig</vt:lpstr>
      <vt:lpstr>Netstat</vt:lpstr>
      <vt:lpstr>Nslookup</vt:lpstr>
      <vt:lpstr>Network Analyzer</vt:lpstr>
      <vt:lpstr>Wireshark</vt:lpstr>
      <vt:lpstr>Sniffer</vt:lpstr>
      <vt:lpstr>Security</vt:lpstr>
      <vt:lpstr>Configuration Management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Tools and Troubleshooting</dc:title>
  <dc:creator>User</dc:creator>
  <dc:description>generated using python-pptx</dc:description>
  <cp:lastModifiedBy>User</cp:lastModifiedBy>
  <cp:revision>3</cp:revision>
  <dcterms:created xsi:type="dcterms:W3CDTF">2013-01-27T09:14:16Z</dcterms:created>
  <dcterms:modified xsi:type="dcterms:W3CDTF">2026-04-06T14:52:15Z</dcterms:modified>
</cp:coreProperties>
</file>