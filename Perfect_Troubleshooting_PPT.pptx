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1464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2343" y="2139044"/>
            <a:ext cx="6096000" cy="3657599"/>
          </a:xfrm>
        </p:spPr>
        <p:txBody>
          <a:bodyPr/>
          <a:lstStyle/>
          <a:p>
            <a:r>
              <a:rPr dirty="0"/>
              <a:t>Seminar Presentation</a:t>
            </a:r>
          </a:p>
          <a:p>
            <a:r>
              <a:rPr dirty="0" err="1"/>
              <a:t>Athul</a:t>
            </a:r>
            <a:r>
              <a:rPr dirty="0"/>
              <a:t> Krishna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725" y="1747158"/>
            <a:ext cx="8162653" cy="914400"/>
          </a:xfrm>
        </p:spPr>
        <p:txBody>
          <a:bodyPr/>
          <a:lstStyle/>
          <a:p>
            <a:r>
              <a:rPr dirty="0"/>
              <a:t>Overview of Tools and </a:t>
            </a:r>
            <a:r>
              <a:rPr dirty="0" smtClean="0"/>
              <a:t>Troubleshooting</a:t>
            </a:r>
            <a:r>
              <a:rPr lang="en-US" dirty="0" smtClean="0"/>
              <a:t> in computer networks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problems are common in daily life</a:t>
            </a:r>
          </a:p>
          <a:p>
            <a:r>
              <a:t>Examples: slow internet, connection failure</a:t>
            </a:r>
          </a:p>
          <a:p>
            <a:r>
              <a:t>Tools help identify the root cause</a:t>
            </a:r>
          </a:p>
          <a:p>
            <a:r>
              <a:t>Troubleshooting helps fix these issues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97" y="353786"/>
            <a:ext cx="7543800" cy="9144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of identifying network problems</a:t>
            </a:r>
          </a:p>
          <a:p>
            <a:r>
              <a:t>Finding the root cause</a:t>
            </a:r>
          </a:p>
          <a:p>
            <a:r>
              <a:t>Applying solutions to fix issues</a:t>
            </a:r>
          </a:p>
          <a:p>
            <a:r>
              <a:t>Ensures smooth communication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69" y="451757"/>
            <a:ext cx="7543800" cy="914400"/>
          </a:xfrm>
        </p:spPr>
        <p:txBody>
          <a:bodyPr/>
          <a:lstStyle/>
          <a:p>
            <a:r>
              <a:t>What is Troubleshooting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network downtime</a:t>
            </a:r>
          </a:p>
          <a:p>
            <a:r>
              <a:t>Improves speed and performance</a:t>
            </a:r>
          </a:p>
          <a:p>
            <a:r>
              <a:t>Helps detect errors quickly</a:t>
            </a:r>
          </a:p>
          <a:p>
            <a:r>
              <a:t>Ensures network security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3" y="312964"/>
            <a:ext cx="7543800" cy="914400"/>
          </a:xfrm>
        </p:spPr>
        <p:txBody>
          <a:bodyPr/>
          <a:lstStyle/>
          <a:p>
            <a:r>
              <a:rPr dirty="0"/>
              <a:t>Need for Troubleshooting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Command-line tools → basic checking</a:t>
            </a:r>
          </a:p>
          <a:p>
            <a:r>
              <a:t>Monitoring tools → connection tracking</a:t>
            </a:r>
          </a:p>
          <a:p>
            <a:r>
              <a:t>Network analyzers → deep analysis</a:t>
            </a:r>
          </a:p>
          <a:p>
            <a:r>
              <a:t>Used based on problem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726" y="312964"/>
            <a:ext cx="7543800" cy="914400"/>
          </a:xfrm>
        </p:spPr>
        <p:txBody>
          <a:bodyPr/>
          <a:lstStyle/>
          <a:p>
            <a:r>
              <a:rPr dirty="0"/>
              <a:t>Types of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Command-line → quick and simple (</a:t>
            </a:r>
            <a:r>
              <a:rPr dirty="0" err="1" smtClean="0"/>
              <a:t>Ping</a:t>
            </a:r>
            <a:r>
              <a:rPr lang="en-US" dirty="0" err="1" smtClean="0"/>
              <a:t>,traceroute,ipconfig</a:t>
            </a:r>
            <a:r>
              <a:rPr lang="en-US" dirty="0" smtClean="0"/>
              <a:t>/</a:t>
            </a:r>
            <a:r>
              <a:rPr lang="en-US" dirty="0" err="1" smtClean="0"/>
              <a:t>ifconfig,nslookup</a:t>
            </a:r>
            <a:r>
              <a:rPr dirty="0" smtClean="0"/>
              <a:t>)</a:t>
            </a:r>
            <a:endParaRPr dirty="0"/>
          </a:p>
          <a:p>
            <a:r>
              <a:rPr dirty="0"/>
              <a:t>Monitoring → shows system activity (</a:t>
            </a:r>
            <a:r>
              <a:rPr dirty="0" err="1"/>
              <a:t>Netstat</a:t>
            </a:r>
            <a:r>
              <a:rPr dirty="0"/>
              <a:t>)</a:t>
            </a:r>
          </a:p>
          <a:p>
            <a:r>
              <a:rPr dirty="0"/>
              <a:t>Analyzer → detailed packet analysis (</a:t>
            </a:r>
            <a:r>
              <a:rPr dirty="0" err="1"/>
              <a:t>Wireshark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561" y="296636"/>
            <a:ext cx="7543800" cy="914400"/>
          </a:xfrm>
        </p:spPr>
        <p:txBody>
          <a:bodyPr/>
          <a:lstStyle/>
          <a:p>
            <a:r>
              <a:rPr dirty="0"/>
              <a:t>Comparison of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 → check connectivity and speed</a:t>
            </a:r>
          </a:p>
          <a:p>
            <a:r>
              <a:t>Traceroute → find path and delay</a:t>
            </a:r>
          </a:p>
          <a:p>
            <a:r>
              <a:t>IPConfig → view network configuration</a:t>
            </a:r>
          </a:p>
          <a:p>
            <a:r>
              <a:t>Netstat → monitor active connections</a:t>
            </a:r>
          </a:p>
          <a:p>
            <a:r>
              <a:t>Nslookup → check DNS resolution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247" y="228601"/>
            <a:ext cx="7543800" cy="914400"/>
          </a:xfrm>
        </p:spPr>
        <p:txBody>
          <a:bodyPr/>
          <a:lstStyle/>
          <a:p>
            <a:r>
              <a:rPr dirty="0"/>
              <a:t>Basic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network connectivity</a:t>
            </a:r>
          </a:p>
          <a:p>
            <a:r>
              <a:t>Measures round-trip time (RTT)</a:t>
            </a:r>
          </a:p>
          <a:p>
            <a:r>
              <a:t>Uses ICMP protocol</a:t>
            </a:r>
          </a:p>
          <a:p>
            <a:r>
              <a:t>Helps check if host is reachable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12" y="329293"/>
            <a:ext cx="7543800" cy="914400"/>
          </a:xfrm>
        </p:spPr>
        <p:txBody>
          <a:bodyPr/>
          <a:lstStyle/>
          <a:p>
            <a:r>
              <a:rPr dirty="0"/>
              <a:t>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packet path from source to destination</a:t>
            </a:r>
          </a:p>
          <a:p>
            <a:r>
              <a:t>Shows routers (hops) in between</a:t>
            </a:r>
          </a:p>
          <a:p>
            <a:r>
              <a:t>Identifies delay or failure points</a:t>
            </a:r>
          </a:p>
          <a:p>
            <a:r>
              <a:t>Helps analyze network route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68" y="321129"/>
            <a:ext cx="7543800" cy="914400"/>
          </a:xfrm>
        </p:spPr>
        <p:txBody>
          <a:bodyPr/>
          <a:lstStyle/>
          <a:p>
            <a:r>
              <a:rPr dirty="0" err="1"/>
              <a:t>Traceroute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5628" y="1583872"/>
            <a:ext cx="6096000" cy="3657599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Shows </a:t>
            </a:r>
            <a:r>
              <a:rPr lang="en-US" dirty="0" err="1" smtClean="0"/>
              <a:t>networkconfiguration</a:t>
            </a:r>
            <a:r>
              <a:rPr lang="en-US" dirty="0" smtClean="0"/>
              <a:t> details -</a:t>
            </a:r>
            <a:r>
              <a:rPr dirty="0" smtClean="0"/>
              <a:t>Displays </a:t>
            </a:r>
            <a:r>
              <a:rPr dirty="0"/>
              <a:t>IP address and subnet mask</a:t>
            </a:r>
          </a:p>
          <a:p>
            <a:r>
              <a:rPr dirty="0"/>
              <a:t>Shows default gateway</a:t>
            </a:r>
          </a:p>
          <a:p>
            <a:r>
              <a:rPr dirty="0"/>
              <a:t>Used for network configuration checking</a:t>
            </a:r>
          </a:p>
          <a:p>
            <a:r>
              <a:rPr dirty="0"/>
              <a:t>Helpful in debugging connection issues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33" y="329293"/>
            <a:ext cx="7543800" cy="914400"/>
          </a:xfrm>
        </p:spPr>
        <p:txBody>
          <a:bodyPr/>
          <a:lstStyle/>
          <a:p>
            <a:r>
              <a:rPr dirty="0" err="1"/>
              <a:t>IPConfig</a:t>
            </a:r>
            <a:r>
              <a:rPr dirty="0"/>
              <a:t> / </a:t>
            </a:r>
            <a:r>
              <a:rPr dirty="0" err="1"/>
              <a:t>IFConfig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active network connections</a:t>
            </a:r>
          </a:p>
          <a:p>
            <a:r>
              <a:t>Displays open and listening ports</a:t>
            </a:r>
          </a:p>
          <a:p>
            <a:r>
              <a:t>Provides network statistics</a:t>
            </a:r>
          </a:p>
          <a:p>
            <a:r>
              <a:t>Helps detect suspicious activity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54" y="353786"/>
            <a:ext cx="7543800" cy="914400"/>
          </a:xfrm>
        </p:spPr>
        <p:txBody>
          <a:bodyPr/>
          <a:lstStyle/>
          <a:p>
            <a:r>
              <a:rPr dirty="0" err="1"/>
              <a:t>Netstat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check DNS.</a:t>
            </a:r>
            <a:endParaRPr dirty="0"/>
          </a:p>
          <a:p>
            <a:r>
              <a:rPr dirty="0"/>
              <a:t>Converts domain name to IP address</a:t>
            </a:r>
          </a:p>
          <a:p>
            <a:r>
              <a:rPr dirty="0"/>
              <a:t>Helps identify DNS </a:t>
            </a:r>
            <a:r>
              <a:rPr dirty="0" smtClean="0"/>
              <a:t>issues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805" y="443593"/>
            <a:ext cx="7543800" cy="914400"/>
          </a:xfrm>
        </p:spPr>
        <p:txBody>
          <a:bodyPr/>
          <a:lstStyle/>
          <a:p>
            <a:r>
              <a:rPr dirty="0" err="1"/>
              <a:t>Nslookup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864" y="1494065"/>
            <a:ext cx="6096000" cy="3657599"/>
          </a:xfrm>
        </p:spPr>
        <p:txBody>
          <a:bodyPr/>
          <a:lstStyle/>
          <a:p>
            <a:r>
              <a:rPr dirty="0"/>
              <a:t>Captures network traffic (packets)</a:t>
            </a:r>
          </a:p>
          <a:p>
            <a:r>
              <a:rPr dirty="0"/>
              <a:t>Analyzes data flow in network</a:t>
            </a:r>
          </a:p>
          <a:p>
            <a:r>
              <a:rPr dirty="0"/>
              <a:t>Helps detect performance </a:t>
            </a:r>
            <a:r>
              <a:rPr dirty="0" smtClean="0"/>
              <a:t>issues</a:t>
            </a:r>
            <a:endParaRPr lang="en-US" dirty="0" smtClean="0"/>
          </a:p>
          <a:p>
            <a:r>
              <a:rPr lang="en-US" dirty="0" smtClean="0"/>
              <a:t>They help us understanding what is happening inside the network</a:t>
            </a:r>
            <a:endParaRPr dirty="0"/>
          </a:p>
          <a:p>
            <a:r>
              <a:rPr dirty="0"/>
              <a:t>Also called packet sniffer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848" y="402771"/>
            <a:ext cx="7543800" cy="914400"/>
          </a:xfrm>
        </p:spPr>
        <p:txBody>
          <a:bodyPr/>
          <a:lstStyle/>
          <a:p>
            <a:r>
              <a:rPr dirty="0"/>
              <a:t>Network Analyzer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network analyzer</a:t>
            </a:r>
          </a:p>
          <a:p>
            <a:r>
              <a:t>Captures live packet data</a:t>
            </a:r>
          </a:p>
          <a:p>
            <a:r>
              <a:t>Supports many protocols</a:t>
            </a:r>
          </a:p>
          <a:p>
            <a:r>
              <a:t>Used for detailed network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361950"/>
            <a:ext cx="7543800" cy="914400"/>
          </a:xfrm>
        </p:spPr>
        <p:txBody>
          <a:bodyPr/>
          <a:lstStyle/>
          <a:p>
            <a:r>
              <a:rPr dirty="0" err="1"/>
              <a:t>Wireshark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Captures all network packets</a:t>
            </a:r>
          </a:p>
          <a:p>
            <a:r>
              <a:rPr dirty="0"/>
              <a:t>Works in promiscuous </a:t>
            </a:r>
            <a:r>
              <a:rPr dirty="0" smtClean="0"/>
              <a:t>mode</a:t>
            </a:r>
            <a:r>
              <a:rPr lang="en-US" dirty="0" smtClean="0"/>
              <a:t>(capture all data packets ,not just packets)</a:t>
            </a:r>
            <a:endParaRPr dirty="0"/>
          </a:p>
          <a:p>
            <a:r>
              <a:rPr dirty="0"/>
              <a:t>Monitors network traffic</a:t>
            </a:r>
          </a:p>
          <a:p>
            <a:r>
              <a:rPr dirty="0"/>
              <a:t>Used for troubleshooting and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98" y="533400"/>
            <a:ext cx="7543800" cy="914400"/>
          </a:xfrm>
        </p:spPr>
        <p:txBody>
          <a:bodyPr/>
          <a:lstStyle/>
          <a:p>
            <a:r>
              <a:rPr dirty="0"/>
              <a:t>Sniffer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Sniffing can capture sensitive data</a:t>
            </a:r>
          </a:p>
          <a:p>
            <a:r>
              <a:t>Risk of password and data theft</a:t>
            </a:r>
          </a:p>
          <a:p>
            <a:r>
              <a:t>Can be misused by attackers</a:t>
            </a:r>
          </a:p>
          <a:p>
            <a:r>
              <a:t>Causes privacy and security issues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33" y="244929"/>
            <a:ext cx="7543800" cy="914400"/>
          </a:xfrm>
        </p:spPr>
        <p:txBody>
          <a:bodyPr/>
          <a:lstStyle/>
          <a:p>
            <a:r>
              <a:rPr dirty="0"/>
              <a:t>Security Issues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encryption (SSL, SSH)</a:t>
            </a:r>
          </a:p>
          <a:p>
            <a:r>
              <a:t>Use VPN for secure communication</a:t>
            </a:r>
          </a:p>
          <a:p>
            <a:r>
              <a:t>Avoid unsecured networks</a:t>
            </a:r>
          </a:p>
          <a:p>
            <a:r>
              <a:t>Use secure protocols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997" y="321128"/>
            <a:ext cx="7543800" cy="914400"/>
          </a:xfrm>
        </p:spPr>
        <p:txBody>
          <a:bodyPr/>
          <a:lstStyle/>
          <a:p>
            <a:r>
              <a:rPr dirty="0"/>
              <a:t>Protection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Troubleshooting tools help identify problems</a:t>
            </a:r>
          </a:p>
          <a:p>
            <a:r>
              <a:t>Improve network performance and reliability</a:t>
            </a:r>
          </a:p>
          <a:p>
            <a:r>
              <a:t>Essential for network maintenance</a:t>
            </a:r>
          </a:p>
          <a:p>
            <a:r>
              <a:t>Ensure secure communication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11" y="476250"/>
            <a:ext cx="7543800" cy="9144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18</TotalTime>
  <Words>391</Words>
  <Application>Microsoft Office PowerPoint</Application>
  <PresentationFormat>On-screen Show (4:3)</PresentationFormat>
  <Paragraphs>89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Elemental</vt:lpstr>
      <vt:lpstr>Overview of Tools and Troubleshooting in computer networks</vt:lpstr>
      <vt:lpstr>Introduction</vt:lpstr>
      <vt:lpstr>What is Troubleshooting</vt:lpstr>
      <vt:lpstr>Need for Troubleshooting</vt:lpstr>
      <vt:lpstr>Types of Tools</vt:lpstr>
      <vt:lpstr>Comparison of Tools</vt:lpstr>
      <vt:lpstr>Basic Tools</vt:lpstr>
      <vt:lpstr>Ping</vt:lpstr>
      <vt:lpstr>Traceroute</vt:lpstr>
      <vt:lpstr>IPConfig / IFConfig</vt:lpstr>
      <vt:lpstr>Netstat</vt:lpstr>
      <vt:lpstr>Nslookup</vt:lpstr>
      <vt:lpstr>Network Analyzer</vt:lpstr>
      <vt:lpstr>Wireshark</vt:lpstr>
      <vt:lpstr>Sniffer</vt:lpstr>
      <vt:lpstr>Security Issues</vt:lpstr>
      <vt:lpstr>Protection Methods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Tools and Troubleshooting in computer networks</dc:title>
  <dc:creator>User</dc:creator>
  <dc:description>generated using python-pptx</dc:description>
  <cp:lastModifiedBy>User</cp:lastModifiedBy>
  <cp:revision>4</cp:revision>
  <dcterms:created xsi:type="dcterms:W3CDTF">2013-01-27T09:14:16Z</dcterms:created>
  <dcterms:modified xsi:type="dcterms:W3CDTF">2026-04-07T00:30:44Z</dcterms:modified>
</cp:coreProperties>
</file>